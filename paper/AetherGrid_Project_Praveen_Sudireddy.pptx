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445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50" b="1">
                <a:solidFill>
                  <a:srgbClr val="008A83"/>
                </a:solidFill>
                <a:latin typeface="DejaVu Sans"/>
              </a:defRPr>
            </a:pPr>
            <a:r>
              <a:t>AETHERGRID / INDEPENDENT PERSONAL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39799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02B46"/>
                </a:solidFill>
                <a:latin typeface="DejaVu Sans"/>
              </a:defRPr>
            </a:pPr>
            <a:r>
              <a:t>AetherGrid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536700"/>
            <a:ext cx="109728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40" b="0">
                <a:solidFill>
                  <a:srgbClr val="475569"/>
                </a:solidFill>
                <a:latin typeface="DejaVu Sans"/>
              </a:defRPr>
            </a:pPr>
            <a:r>
              <a:t>Cold-chain intervention software with explicit simulation boundaries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Author and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Praveen Sudireddy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Digital Specialist Engineer (DSE), Infosys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Professional role is author context only; no employer sponsorship or endorsement is claimed.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38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24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What the project demonstrates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24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Detect heuristic distress and qualify a compatible buyer.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Reserve simulated resources; require operator confirmation.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Record an auditable simulated ledger, not a physical rescue.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579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10" b="0">
                <a:solidFill>
                  <a:srgbClr val="475569"/>
                </a:solidFill>
                <a:latin typeface="DejaVu Sans"/>
              </a:defRPr>
            </a:pPr>
            <a:r>
              <a:t>Praveen Sudireddy | Digital Specialist Engineer (DSE), Infosys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73800"/>
            <a:ext cx="10414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740" b="0">
                <a:solidFill>
                  <a:srgbClr val="475569"/>
                </a:solidFill>
                <a:latin typeface="DejaVu Sans"/>
              </a:defRPr>
            </a:pPr>
            <a:r>
              <a:t>Independent personal project • Author role only; no employer endorsement • Software-only / simulated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1700" y="64897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475569"/>
                </a:solidFill>
                <a:latin typeface="DejaVu Sans"/>
              </a:defRPr>
            </a:pPr>
            <a: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445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50" b="1">
                <a:solidFill>
                  <a:srgbClr val="008A83"/>
                </a:solidFill>
                <a:latin typeface="DejaVu Sans"/>
              </a:defRPr>
            </a:pPr>
            <a:r>
              <a:t>AETHERGRID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39799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02B46"/>
                </a:solidFill>
                <a:latin typeface="DejaVu Sans"/>
              </a:defRPr>
            </a:pPr>
            <a:r>
              <a:t>An alert is not a completed intervention.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536700"/>
            <a:ext cx="109728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40" b="0">
                <a:solidFill>
                  <a:srgbClr val="475569"/>
                </a:solidFill>
                <a:latin typeface="DejaVu Sans"/>
              </a:defRPr>
            </a:pPr>
            <a:r>
              <a:t>A qualitative engineering problem, not a market-size or national-loss claim.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Questions to resolve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Who can authorize a cargo redirect?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Is a buyer compatible, reachable and available for the full lot?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How are reservations, confirmation and receipt reconciled?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38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24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Project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24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Connect telemetry, model state and reviewed transaction workflow.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Reject unsuitable bids and release expired reservations once.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Keep failed lots and uncertainty visible; never treat an award as delivery.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579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10" b="0">
                <a:solidFill>
                  <a:srgbClr val="475569"/>
                </a:solidFill>
                <a:latin typeface="DejaVu Sans"/>
              </a:defRPr>
            </a:pPr>
            <a:r>
              <a:t>Praveen Sudireddy | Digital Specialist Engineer (DSE), Infosys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73800"/>
            <a:ext cx="10414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740" b="0">
                <a:solidFill>
                  <a:srgbClr val="475569"/>
                </a:solidFill>
                <a:latin typeface="DejaVu Sans"/>
              </a:defRPr>
            </a:pPr>
            <a:r>
              <a:t>Independent personal project • Author role only; no employer endorsement • Software-only / simulated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1700" y="64897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475569"/>
                </a:solidFill>
                <a:latin typeface="DejaVu Sans"/>
              </a:defRPr>
            </a:pPr>
            <a: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445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50" b="1">
                <a:solidFill>
                  <a:srgbClr val="008A83"/>
                </a:solidFill>
                <a:latin typeface="DejaVu Sans"/>
              </a:defRPr>
            </a:pPr>
            <a:r>
              <a:t>AETHERGRID /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39799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02B46"/>
                </a:solidFill>
                <a:latin typeface="DejaVu Sans"/>
              </a:defRPr>
            </a:pPr>
            <a:r>
              <a:t>A narrow, supervised mango use case.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536700"/>
            <a:ext cx="109728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40" b="0">
                <a:solidFill>
                  <a:srgbClr val="475569"/>
                </a:solidFill>
                <a:latin typeface="DejaVu Sans"/>
              </a:defRPr>
            </a:pPr>
            <a:r>
              <a:t>Bengaluru–Hyderabad is a proposed pilot corridor, not an office or deployment claim.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Proposed pilot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Mangoes; 5–10 supervised trucks only after access and consent.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Manual operator decisions with a no-money ledger.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Existing telemetry/log exports may be used; hardware fabrication is excluded.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38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24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Not established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24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No observed field pilot, validated quality forecast or measured benefit.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No real bank escrow, UPI or insurer execution.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Legacy NH-44 map, buyers and carriers are demonstration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579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10" b="0">
                <a:solidFill>
                  <a:srgbClr val="475569"/>
                </a:solidFill>
                <a:latin typeface="DejaVu Sans"/>
              </a:defRPr>
            </a:pPr>
            <a:r>
              <a:t>Praveen Sudireddy | Digital Specialist Engineer (DSE), Infosys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73800"/>
            <a:ext cx="10414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740" b="0">
                <a:solidFill>
                  <a:srgbClr val="475569"/>
                </a:solidFill>
                <a:latin typeface="DejaVu Sans"/>
              </a:defRPr>
            </a:pPr>
            <a:r>
              <a:t>Independent personal project • Author role only; no employer endorsement • Software-only / simulated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1700" y="64897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475569"/>
                </a:solidFill>
                <a:latin typeface="DejaVu Sans"/>
              </a:defRPr>
            </a:pPr>
            <a: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445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50" b="1">
                <a:solidFill>
                  <a:srgbClr val="008A83"/>
                </a:solidFill>
                <a:latin typeface="DejaVu Sans"/>
              </a:defRPr>
            </a:pPr>
            <a:r>
              <a:t>AETHERGRID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39799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02B46"/>
                </a:solidFill>
                <a:latin typeface="DejaVu Sans"/>
              </a:defRPr>
            </a:pPr>
            <a:r>
              <a:t>Five layers, with a visible provider boundary.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536700"/>
            <a:ext cx="109728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40" b="0">
                <a:solidFill>
                  <a:srgbClr val="475569"/>
                </a:solidFill>
                <a:latin typeface="DejaVu Sans"/>
              </a:defRPr>
            </a:pPr>
            <a:r>
              <a:t>React portals → native ASP.NET workflow → SQLite documents and durable outbox.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L0–L2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L0: software telemetry provider and local simulators.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L1: software HMAC v2, identity binding, time and sequence checks.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L2: BioTimer, thermal Dijkstra, buyer eligibility and settlement arithmetic.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38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24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L3–L4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24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L3: transactional reservations, reviewed settlement and reported receipt.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L4: Command, Buyer, Analytics, Carrier and Insurance portals.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Python remains a reference/demo implementation; native .NET uses HTTP + SSE.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579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10" b="0">
                <a:solidFill>
                  <a:srgbClr val="475569"/>
                </a:solidFill>
                <a:latin typeface="DejaVu Sans"/>
              </a:defRPr>
            </a:pPr>
            <a:r>
              <a:t>Praveen Sudireddy | Digital Specialist Engineer (DSE), Infosys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73800"/>
            <a:ext cx="10414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740" b="0">
                <a:solidFill>
                  <a:srgbClr val="475569"/>
                </a:solidFill>
                <a:latin typeface="DejaVu Sans"/>
              </a:defRPr>
            </a:pPr>
            <a:r>
              <a:t>Independent personal project • Author role only; no employer endorsement • Software-only / simulated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1700" y="64897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475569"/>
                </a:solidFill>
                <a:latin typeface="DejaVu Sans"/>
              </a:defRPr>
            </a:pPr>
            <a: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445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50" b="1">
                <a:solidFill>
                  <a:srgbClr val="008A83"/>
                </a:solidFill>
                <a:latin typeface="DejaVu Sans"/>
              </a:defRPr>
            </a:pPr>
            <a:r>
              <a:t>AETHERGRID /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39799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02B46"/>
                </a:solidFill>
                <a:latin typeface="DejaVu Sans"/>
              </a:defRPr>
            </a:pPr>
            <a:r>
              <a:t>A buyer reserves. An operator confirms.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536700"/>
            <a:ext cx="109728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40" b="0">
                <a:solidFill>
                  <a:srgbClr val="475569"/>
                </a:solidFill>
                <a:latin typeface="DejaVu Sans"/>
              </a:defRPr>
            </a:pPr>
            <a:r>
              <a:t>Browser-tested with separate authenticated buyer and operator accounts.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Initiation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Record an operator-reviewed initial biological baseline.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Accept signed telemetry and open a time-boxed distress auction.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Check full lot, policy, capacity, cash, radius, reachability and deadline.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38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24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Completion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24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Reserve simulated funds/capacity atomically, without settlement.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Operator confirms/rejects; timeouts release once with bounded fallback.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Reported full-lot receipt releases capacity once; disputes require review.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579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10" b="0">
                <a:solidFill>
                  <a:srgbClr val="475569"/>
                </a:solidFill>
                <a:latin typeface="DejaVu Sans"/>
              </a:defRPr>
            </a:pPr>
            <a:r>
              <a:t>Praveen Sudireddy | Digital Specialist Engineer (DSE), Infosys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73800"/>
            <a:ext cx="10414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740" b="0">
                <a:solidFill>
                  <a:srgbClr val="475569"/>
                </a:solidFill>
                <a:latin typeface="DejaVu Sans"/>
              </a:defRPr>
            </a:pPr>
            <a:r>
              <a:t>Independent personal project • Author role only; no employer endorsement • Software-only / simulated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1700" y="64897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475569"/>
                </a:solidFill>
                <a:latin typeface="DejaVu Sans"/>
              </a:defRPr>
            </a:pPr>
            <a: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445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50" b="1">
                <a:solidFill>
                  <a:srgbClr val="008A83"/>
                </a:solidFill>
                <a:latin typeface="DejaVu Sans"/>
              </a:defRPr>
            </a:pPr>
            <a:r>
              <a:t>AETHERGRID /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39799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02B46"/>
                </a:solidFill>
                <a:latin typeface="DejaVu Sans"/>
              </a:defRPr>
            </a:pPr>
            <a:r>
              <a:t>Q10 is a heuristic, not a food-safety forecast.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536700"/>
            <a:ext cx="109728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40" b="0">
                <a:solidFill>
                  <a:srgbClr val="475569"/>
                </a:solidFill>
                <a:latin typeface="DejaVu Sans"/>
              </a:defRPr>
            </a:pPr>
            <a:r>
              <a:t>No trained ML model or independently validated prediction accuracy is claimed.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BioTimer calculation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Rate = Q10^((T−5)/10) × humidity factor × ethylene factor.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Consumed life += rate × exposure hours / reference life; door-open factor is 5.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Mango parameters: 264 h reference life, Q10 2.8, optimal 12°C.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38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24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Interpretation and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24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Optimistic RVH differs from current-temperature spoilage ETA.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Native receiver persists checkpoints and uses signed elapsed time.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Parameters, maturity, handling and quality endpoints need real-data review.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579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10" b="0">
                <a:solidFill>
                  <a:srgbClr val="475569"/>
                </a:solidFill>
                <a:latin typeface="DejaVu Sans"/>
              </a:defRPr>
            </a:pPr>
            <a:r>
              <a:t>Praveen Sudireddy | Digital Specialist Engineer (DSE), Infosys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73800"/>
            <a:ext cx="10414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740" b="0">
                <a:solidFill>
                  <a:srgbClr val="475569"/>
                </a:solidFill>
                <a:latin typeface="DejaVu Sans"/>
              </a:defRPr>
            </a:pPr>
            <a:r>
              <a:t>Independent personal project • Author role only; no employer endorsement • Software-only / simulated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1700" y="64897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475569"/>
                </a:solidFill>
                <a:latin typeface="DejaVu Sans"/>
              </a:defRPr>
            </a:pPr>
            <a: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445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50" b="1">
                <a:solidFill>
                  <a:srgbClr val="008A83"/>
                </a:solidFill>
                <a:latin typeface="DejaVu Sans"/>
              </a:defRPr>
            </a:pPr>
            <a:r>
              <a:t>AETHERGRID / 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39799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02B46"/>
                </a:solidFill>
                <a:latin typeface="DejaVu Sans"/>
              </a:defRPr>
            </a:pPr>
            <a:r>
              <a:t>The stated baseline gives 90.65% recovery.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536700"/>
            <a:ext cx="109728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40" b="0">
                <a:solidFill>
                  <a:srgbClr val="475569"/>
                </a:solidFill>
                <a:latin typeface="DejaVu Sans"/>
              </a:defRPr>
            </a:pPr>
            <a:r>
              <a:t>Synthetic 1,000 kg mango lot; ₹120/kg contract baseline; ₹78/kg rescue bid.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Explicit arithmetic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Contract value ₹1,20,000; simulated salvage ₹78,000.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Sum assured ₹72,000; cover cap ₹32,400; deductible 5%.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Calculated insurance credit ₹30,780; buyer discount 35%.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38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24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Outcome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24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Farmer simulated ledger credit: ₹1,08,780.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₹1,08,780 / ₹1,20,000 = 90.65%; not a universal guarantee.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No real payment, insurer acceptance or independent physical receipt.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579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10" b="0">
                <a:solidFill>
                  <a:srgbClr val="475569"/>
                </a:solidFill>
                <a:latin typeface="DejaVu Sans"/>
              </a:defRPr>
            </a:pPr>
            <a:r>
              <a:t>Praveen Sudireddy | Digital Specialist Engineer (DSE), Infosys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73800"/>
            <a:ext cx="10414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740" b="0">
                <a:solidFill>
                  <a:srgbClr val="475569"/>
                </a:solidFill>
                <a:latin typeface="DejaVu Sans"/>
              </a:defRPr>
            </a:pPr>
            <a:r>
              <a:t>Independent personal project • Author role only; no employer endorsement • Software-only / simulated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1700" y="64897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475569"/>
                </a:solidFill>
                <a:latin typeface="DejaVu Sans"/>
              </a:defRPr>
            </a:pPr>
            <a: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445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50" b="1">
                <a:solidFill>
                  <a:srgbClr val="008A83"/>
                </a:solidFill>
                <a:latin typeface="DejaVu Sans"/>
              </a:defRPr>
            </a:pPr>
            <a:r>
              <a:t>AETHERGRID /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39799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02B46"/>
                </a:solidFill>
                <a:latin typeface="DejaVu Sans"/>
              </a:defRPr>
            </a:pPr>
            <a:r>
              <a:t>Rank delivery, liquidation and cold holding.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536700"/>
            <a:ext cx="109728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40" b="0">
                <a:solidFill>
                  <a:srgbClr val="475569"/>
                </a:solidFill>
                <a:latin typeface="DejaVu Sans"/>
              </a:defRPr>
            </a:pPr>
            <a:r>
              <a:t>Reference-algorithm parity is distinct from validated navigation.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Implemented native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Bidirectional thermal Dijkstra over a fixed demonstration graph.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Costs include temperature, reefer state, coverage, road/risk and life urgency.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Operational buyer filters add policy, commodity, capacity and model reachability.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38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24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Decision 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24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70 cases / seven profiles: 2,100 fields matched the Python ranked plans.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Optional automatic model target selection never dispatches a physical truck.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Cold holding may slow decay; it never resets consumed biological life.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579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10" b="0">
                <a:solidFill>
                  <a:srgbClr val="475569"/>
                </a:solidFill>
                <a:latin typeface="DejaVu Sans"/>
              </a:defRPr>
            </a:pPr>
            <a:r>
              <a:t>Praveen Sudireddy | Digital Specialist Engineer (DSE), Infosys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73800"/>
            <a:ext cx="10414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740" b="0">
                <a:solidFill>
                  <a:srgbClr val="475569"/>
                </a:solidFill>
                <a:latin typeface="DejaVu Sans"/>
              </a:defRPr>
            </a:pPr>
            <a:r>
              <a:t>Independent personal project • Author role only; no employer endorsement • Software-only / simulated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1700" y="64897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475569"/>
                </a:solidFill>
                <a:latin typeface="DejaVu Sans"/>
              </a:defRPr>
            </a:pPr>
            <a: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445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50" b="1">
                <a:solidFill>
                  <a:srgbClr val="008A83"/>
                </a:solidFill>
                <a:latin typeface="DejaVu Sans"/>
              </a:defRPr>
            </a:pPr>
            <a:r>
              <a:t>AETHERGRID / CURRENT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39799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02B46"/>
                </a:solidFill>
                <a:latin typeface="DejaVu Sans"/>
              </a:defRPr>
            </a:pPr>
            <a:r>
              <a:t>Executed checks, with their actual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536700"/>
            <a:ext cx="109728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40" b="0">
                <a:solidFill>
                  <a:srgbClr val="475569"/>
                </a:solidFill>
                <a:latin typeface="DejaVu Sans"/>
              </a:defRPr>
            </a:pPr>
            <a:r>
              <a:t>Fresh builds and isolated synthetic databases; results are not field efficacy.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Regression and native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51 Python regression tests passed.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2,230 existing BioTimer/settlement/eligibility parity assertions passed.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Published native build, signed telemetry and transactional HTTP checks passed.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38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24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Real browser journey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24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Buyer login → reserve; separate operator login → confirm.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UI shows ₹1,08,780; another buyer cannot read that award or totals.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Five portals load; receipt/duplicate release and CSV reporting checked through API.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579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10" b="0">
                <a:solidFill>
                  <a:srgbClr val="475569"/>
                </a:solidFill>
                <a:latin typeface="DejaVu Sans"/>
              </a:defRPr>
            </a:pPr>
            <a:r>
              <a:t>Praveen Sudireddy | Digital Specialist Engineer (DSE), Infosys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73800"/>
            <a:ext cx="10414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740" b="0">
                <a:solidFill>
                  <a:srgbClr val="475569"/>
                </a:solidFill>
                <a:latin typeface="DejaVu Sans"/>
              </a:defRPr>
            </a:pPr>
            <a:r>
              <a:t>Independent personal project • Author role only; no employer endorsement • Software-only / simulated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1700" y="64897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475569"/>
                </a:solidFill>
                <a:latin typeface="DejaVu Sans"/>
              </a:defRPr>
            </a:pPr>
            <a: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445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50" b="1">
                <a:solidFill>
                  <a:srgbClr val="008A83"/>
                </a:solidFill>
                <a:latin typeface="DejaVu Sans"/>
              </a:defRPr>
            </a:pPr>
            <a:r>
              <a:t>AETHERGRID /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39799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02B46"/>
                </a:solidFill>
                <a:latin typeface="DejaVu Sans"/>
              </a:defRPr>
            </a:pPr>
            <a:r>
              <a:t>Every rupee needs a stated baseline.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536700"/>
            <a:ext cx="109728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40" b="0">
                <a:solidFill>
                  <a:srgbClr val="475569"/>
                </a:solidFill>
                <a:latin typeface="DejaVu Sans"/>
              </a:defRPr>
            </a:pPr>
            <a:r>
              <a:t>Deterministic simulation arithmetic is not insurance adjudication.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Insurance = min(shortfall, cover × assured amount) × (1−deductible).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Farmer total includes salvage, calculated insurance and bounded penalty top-up.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A target floor is not guaranteed when the available top-up is insufficient.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38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24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Evidence and reconciliation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24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Confirmed settlements retain an evidence snapshot and hash.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Provider sandbox obligations use integer paise and explicit idempotency keys.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Terminal callback changes, wrong amounts and stale events are rejected.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579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10" b="0">
                <a:solidFill>
                  <a:srgbClr val="475569"/>
                </a:solidFill>
                <a:latin typeface="DejaVu Sans"/>
              </a:defRPr>
            </a:pPr>
            <a:r>
              <a:t>Praveen Sudireddy | Digital Specialist Engineer (DSE), Infosys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73800"/>
            <a:ext cx="10414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740" b="0">
                <a:solidFill>
                  <a:srgbClr val="475569"/>
                </a:solidFill>
                <a:latin typeface="DejaVu Sans"/>
              </a:defRPr>
            </a:pPr>
            <a:r>
              <a:t>Independent personal project • Author role only; no employer endorsement • Software-only / simulated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1700" y="64897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475569"/>
                </a:solidFill>
                <a:latin typeface="DejaVu Sans"/>
              </a:defRPr>
            </a:pPr>
            <a: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445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50" b="1">
                <a:solidFill>
                  <a:srgbClr val="008A83"/>
                </a:solidFill>
                <a:latin typeface="DejaVu Sans"/>
              </a:defRPr>
            </a:pPr>
            <a:r>
              <a:t>AETHERGRID /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39799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02B46"/>
                </a:solidFill>
                <a:latin typeface="DejaVu Sans"/>
              </a:defRPr>
            </a:pPr>
            <a:r>
              <a:t>Software integrity is not sensor truth.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536700"/>
            <a:ext cx="109728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40" b="0">
                <a:solidFill>
                  <a:srgbClr val="475569"/>
                </a:solidFill>
                <a:latin typeface="DejaVu Sans"/>
              </a:defRPr>
            </a:pPr>
            <a:r>
              <a:t>No hardware signing, device mTLS or physical-tamper proof is implied.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Implemented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Opaque HttpOnly sessions; PBKDF2 hashes; role and buyer/device bindings.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CSRF, same-origin mutation checks, login throttling and request limits.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Persisted replay cursor, password recovery, session revocation and key rotation.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38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24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Boundary and remediation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24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Acceptance review found and fixed a buyer-role portal access defect.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Buyer summary, auctions and settlements are now scoped to that identity.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Host compromise, external pentest, MFA/SSO and TLS deployment remain separate risks.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579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10" b="0">
                <a:solidFill>
                  <a:srgbClr val="475569"/>
                </a:solidFill>
                <a:latin typeface="DejaVu Sans"/>
              </a:defRPr>
            </a:pPr>
            <a:r>
              <a:t>Praveen Sudireddy | Digital Specialist Engineer (DSE), Infosys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73800"/>
            <a:ext cx="10414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740" b="0">
                <a:solidFill>
                  <a:srgbClr val="475569"/>
                </a:solidFill>
                <a:latin typeface="DejaVu Sans"/>
              </a:defRPr>
            </a:pPr>
            <a:r>
              <a:t>Independent personal project • Author role only; no employer endorsement • Software-only / simulated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1700" y="64897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475569"/>
                </a:solidFill>
                <a:latin typeface="DejaVu Sans"/>
              </a:defRPr>
            </a:pPr>
            <a: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445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50" b="1">
                <a:solidFill>
                  <a:srgbClr val="008A83"/>
                </a:solidFill>
                <a:latin typeface="DejaVu Sans"/>
              </a:defRPr>
            </a:pPr>
            <a:r>
              <a:t>AETHERGRID /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39799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02B46"/>
                </a:solidFill>
                <a:latin typeface="DejaVu Sans"/>
              </a:defRPr>
            </a:pPr>
            <a:r>
              <a:t>Crash recovery must preserve obligations.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536700"/>
            <a:ext cx="109728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40" b="0">
                <a:solidFill>
                  <a:srgbClr val="475569"/>
                </a:solidFill>
                <a:latin typeface="DejaVu Sans"/>
              </a:defRPr>
            </a:pPr>
            <a:r>
              <a:t>Forced-process termination was tested with a pending synthetic reservation.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Durable behavior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SQLite WAL transactions persist state with a sequenced event outbox.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SIGKILL/restart: pending resources released once after deadline.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Stale telemetry alerts and expired-authentication cleanup were exercised.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38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24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Safe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24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Retain telemetry, ledger, evidence, callbacks and replay cursors.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Use online SQLite backup; rehearse restore before reopening ingestion.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A restored old backup may lose recent replay watermarks; reconcile before 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579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10" b="0">
                <a:solidFill>
                  <a:srgbClr val="475569"/>
                </a:solidFill>
                <a:latin typeface="DejaVu Sans"/>
              </a:defRPr>
            </a:pPr>
            <a:r>
              <a:t>Praveen Sudireddy | Digital Specialist Engineer (DSE), Infosys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73800"/>
            <a:ext cx="10414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740" b="0">
                <a:solidFill>
                  <a:srgbClr val="475569"/>
                </a:solidFill>
                <a:latin typeface="DejaVu Sans"/>
              </a:defRPr>
            </a:pPr>
            <a:r>
              <a:t>Independent personal project • Author role only; no employer endorsement • Software-only / simulated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1700" y="64897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475569"/>
                </a:solidFill>
                <a:latin typeface="DejaVu Sans"/>
              </a:defRPr>
            </a:pPr>
            <a: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445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50" b="1">
                <a:solidFill>
                  <a:srgbClr val="008A83"/>
                </a:solidFill>
                <a:latin typeface="DejaVu Sans"/>
              </a:defRPr>
            </a:pPr>
            <a:r>
              <a:t>AETHERGRID / PROJECT 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39799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02B46"/>
                </a:solidFill>
                <a:latin typeface="DejaVu Sans"/>
              </a:defRPr>
            </a:pPr>
            <a:r>
              <a:t>Learning, rehearsal and auditable decision support.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536700"/>
            <a:ext cx="109728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40" b="0">
                <a:solidFill>
                  <a:srgbClr val="475569"/>
                </a:solidFill>
                <a:latin typeface="DejaVu Sans"/>
              </a:defRPr>
            </a:pPr>
            <a:r>
              <a:t>Personal engineering work; no paid traction, commercial forecast or partnership claim.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Useful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Explore how telemetry can initiate a reviewed cold-chain workflow.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Study full-lot eligibility, reservation races and payout conservation.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Demonstrate React/.NET integration, identity controls and failure recovery.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38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24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Engineering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24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Compare Python and C# reference calculations and routing outputs.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Rehearse no-money pilot procedures without building hardware.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Make assumptions, failure denominators and unverified outcomes explicit.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579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10" b="0">
                <a:solidFill>
                  <a:srgbClr val="475569"/>
                </a:solidFill>
                <a:latin typeface="DejaVu Sans"/>
              </a:defRPr>
            </a:pPr>
            <a:r>
              <a:t>Praveen Sudireddy | Digital Specialist Engineer (DSE), Infosys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73800"/>
            <a:ext cx="10414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740" b="0">
                <a:solidFill>
                  <a:srgbClr val="475569"/>
                </a:solidFill>
                <a:latin typeface="DejaVu Sans"/>
              </a:defRPr>
            </a:pPr>
            <a:r>
              <a:t>Independent personal project • Author role only; no employer endorsement • Software-only / simulated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1700" y="64897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475569"/>
                </a:solidFill>
                <a:latin typeface="DejaVu Sans"/>
              </a:defRPr>
            </a:pPr>
            <a: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445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50" b="1">
                <a:solidFill>
                  <a:srgbClr val="008A83"/>
                </a:solidFill>
                <a:latin typeface="DejaVu Sans"/>
              </a:defRPr>
            </a:pPr>
            <a:r>
              <a:t>AETHERGRID / NO-ACCESS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39799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02B46"/>
                </a:solidFill>
                <a:latin typeface="DejaVu Sans"/>
              </a:defRPr>
            </a:pPr>
            <a:r>
              <a:t>Useful testing without provider credentials.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536700"/>
            <a:ext cx="109728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40" b="0">
                <a:solidFill>
                  <a:srgbClr val="475569"/>
                </a:solidFill>
                <a:latin typeface="DejaVu Sans"/>
              </a:defRPr>
            </a:pPr>
            <a:r>
              <a:t>An invented local HTTP contract is not a named provider sandbox.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Provider rehearsal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Actual local HTTP timeout after commit and ambiguous 502 response tested.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Reconcile by lookup instead of blindly repeating financial submission.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Idempotency, callback duplication, wrong amount and reversal tests passed.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38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24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Calibration rehearsal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24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Seven synthetic commodity pipelines require explicit synthetic opt-in.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Repeated lot IDs across train/holdout are rejected.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Candidate reports do not alter runtime Q10 or establish biological validity.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579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10" b="0">
                <a:solidFill>
                  <a:srgbClr val="475569"/>
                </a:solidFill>
                <a:latin typeface="DejaVu Sans"/>
              </a:defRPr>
            </a:pPr>
            <a:r>
              <a:t>Praveen Sudireddy | Digital Specialist Engineer (DSE), Infosys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73800"/>
            <a:ext cx="10414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740" b="0">
                <a:solidFill>
                  <a:srgbClr val="475569"/>
                </a:solidFill>
                <a:latin typeface="DejaVu Sans"/>
              </a:defRPr>
            </a:pPr>
            <a:r>
              <a:t>Independent personal project • Author role only; no employer endorsement • Software-only / simulated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1700" y="64897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475569"/>
                </a:solidFill>
                <a:latin typeface="DejaVu Sans"/>
              </a:defRPr>
            </a:pPr>
            <a: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445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50" b="1">
                <a:solidFill>
                  <a:srgbClr val="008A83"/>
                </a:solidFill>
                <a:latin typeface="DejaVu Sans"/>
              </a:defRPr>
            </a:pPr>
            <a:r>
              <a:t>AETHERGRID / PROGRESS JOURNAL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39799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02B46"/>
                </a:solidFill>
                <a:latin typeface="DejaVu Sans"/>
              </a:defRPr>
            </a:pPr>
            <a:r>
              <a:t>From initial demo to reviewed software acceptance.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536700"/>
            <a:ext cx="109728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40" b="0">
                <a:solidFill>
                  <a:srgbClr val="475569"/>
                </a:solidFill>
                <a:latin typeface="DejaVu Sans"/>
              </a:defRPr>
            </a:pPr>
            <a:r>
              <a:t>Work-package groupings, not invented calendar-week timesheets.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Foundation and corrections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Initial FastAPI/React demo and five portals; cold-start transport fixes.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Claims audit replaced unsupported recovery/field assertions.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Manual confirmation, eligibility and bounded fallback became explicit.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38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24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Hardening and latest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24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v2: access, checkpoints, calibration/pilot tools and calculation parity.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v3–v4: native workflow, auth, routing, recovery, offline lab and deployment checks.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Current: fresh two-role browser journey, identity correction and safe consolidation.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579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10" b="0">
                <a:solidFill>
                  <a:srgbClr val="475569"/>
                </a:solidFill>
                <a:latin typeface="DejaVu Sans"/>
              </a:defRPr>
            </a:pPr>
            <a:r>
              <a:t>Praveen Sudireddy | Digital Specialist Engineer (DSE), Infosys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73800"/>
            <a:ext cx="10414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740" b="0">
                <a:solidFill>
                  <a:srgbClr val="475569"/>
                </a:solidFill>
                <a:latin typeface="DejaVu Sans"/>
              </a:defRPr>
            </a:pPr>
            <a:r>
              <a:t>Independent personal project • Author role only; no employer endorsement • Software-only / simulated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1700" y="64897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475569"/>
                </a:solidFill>
                <a:latin typeface="DejaVu Sans"/>
              </a:defRPr>
            </a:pPr>
            <a: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445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50" b="1">
                <a:solidFill>
                  <a:srgbClr val="008A83"/>
                </a:solidFill>
                <a:latin typeface="DejaVu Sans"/>
              </a:defRPr>
            </a:pPr>
            <a:r>
              <a:t>AETHERGRID / REMAINING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39799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02B46"/>
                </a:solidFill>
                <a:latin typeface="DejaVu Sans"/>
              </a:defRPr>
            </a:pPr>
            <a:r>
              <a:t>A tested prototype is not a certified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536700"/>
            <a:ext cx="109728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40" b="0">
                <a:solidFill>
                  <a:srgbClr val="475569"/>
                </a:solidFill>
                <a:latin typeface="DejaVu Sans"/>
              </a:defRPr>
            </a:pPr>
            <a:r>
              <a:t>Hardware fabrication remains excluded, not a pending task.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Prepared / not executed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Docker/Compose and container-build/image-scan CI are supplied.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No Docker runtime/daemon is available in this sandbox; image scan unexecuted.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Cloud/TLS deployment, external security review and operations sign-off remain open.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38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24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Requires external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24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Select a permitted provider product and obtain test access for live API validation.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Collect genuine controlled quality observations and independent holdout lots.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Obtain operator/owner consent, quality review and actual outcome evidence before a trial.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579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10" b="0">
                <a:solidFill>
                  <a:srgbClr val="475569"/>
                </a:solidFill>
                <a:latin typeface="DejaVu Sans"/>
              </a:defRPr>
            </a:pPr>
            <a:r>
              <a:t>Praveen Sudireddy | Digital Specialist Engineer (DSE), Infosys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73800"/>
            <a:ext cx="10414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740" b="0">
                <a:solidFill>
                  <a:srgbClr val="475569"/>
                </a:solidFill>
                <a:latin typeface="DejaVu Sans"/>
              </a:defRPr>
            </a:pPr>
            <a:r>
              <a:t>Independent personal project • Author role only; no employer endorsement • Software-only / simulated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1700" y="64897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475569"/>
                </a:solidFill>
                <a:latin typeface="DejaVu Sans"/>
              </a:defRPr>
            </a:pPr>
            <a: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445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50" b="1">
                <a:solidFill>
                  <a:srgbClr val="008A83"/>
                </a:solidFill>
                <a:latin typeface="DejaVu Sans"/>
              </a:defRPr>
            </a:pPr>
            <a:r>
              <a:t>AETHERGRID /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39799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02B46"/>
                </a:solidFill>
                <a:latin typeface="DejaVu Sans"/>
              </a:defRPr>
            </a:pPr>
            <a:r>
              <a:t>An inspectable project—not a claimed physical rescue.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536700"/>
            <a:ext cx="109728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40" b="0">
                <a:solidFill>
                  <a:srgbClr val="475569"/>
                </a:solidFill>
                <a:latin typeface="DejaVu Sans"/>
              </a:defRPr>
            </a:pPr>
            <a:r>
              <a:t>Praveen Sudireddy | Digital Specialist Engineer (DSE), Infosys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Delivered project artifacts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Editable 17-slide PPTX and matching slide PDF.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Seven-page project technical/research report; no peer-review claim.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One master README, source, essential tests and retained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3800" y="2057400"/>
            <a:ext cx="5308600" cy="3632200"/>
          </a:xfrm>
          <a:prstGeom prst="round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2400" y="2324100"/>
            <a:ext cx="4851400" cy="39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A83"/>
                </a:solidFill>
                <a:latin typeface="DejaVu Sans"/>
              </a:defRPr>
            </a:pPr>
            <a:r>
              <a:t>Read the results correctly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2400" y="2857500"/>
            <a:ext cx="4800600" cy="260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Implemented: tested software paths and recorded state transitions.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Simulated: telemetry inputs, balances, insurance and farmer credits.</a:t>
            </a:r>
          </a:p>
          <a:p>
            <a:pPr>
              <a:spcAft>
                <a:spcPts val="900"/>
              </a:spcAft>
              <a:defRPr sz="1220" b="0">
                <a:solidFill>
                  <a:srgbClr val="102B46"/>
                </a:solidFill>
                <a:latin typeface="DejaVu Sans"/>
              </a:defRPr>
            </a:pPr>
            <a:r>
              <a:t>• Unverified: real delivery benefit, biological accuracy and live-provider acceptance.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579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10" b="0">
                <a:solidFill>
                  <a:srgbClr val="475569"/>
                </a:solidFill>
                <a:latin typeface="DejaVu Sans"/>
              </a:defRPr>
            </a:pPr>
            <a:r>
              <a:t>Praveen Sudireddy | Digital Specialist Engineer (DSE), Infosys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73800"/>
            <a:ext cx="10414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740" b="0">
                <a:solidFill>
                  <a:srgbClr val="475569"/>
                </a:solidFill>
                <a:latin typeface="DejaVu Sans"/>
              </a:defRPr>
            </a:pPr>
            <a:r>
              <a:t>Independent personal project • Author role only; no employer endorsement • Software-only / simulated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1700" y="64897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475569"/>
                </a:solidFill>
                <a:latin typeface="DejaVu Sans"/>
              </a:defRPr>
            </a:pPr>
            <a: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AetherGrid — Independent Project by Praveen Sudireddy</dc:title>
  <dc:subject/>
  <dc:creator>Praveen Sudireddy | Digital Specialist Engineer (DSE), Infosys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